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0058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459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40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566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8404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60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731520"/>
            <a:ext cx="54864" cy="36576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777240"/>
            <a:ext cx="8229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777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network panache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14173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100" kern="0" dirty="0">
                <a:solidFill>
                  <a:srgbClr val="F0F6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PACKET ANALYSIS DEEP DIVE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85800" y="3154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Capturing &amp; dissecting live traffic with Wireshark and tcpdump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7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Lavoisier Cornerstone  ·  lavoisier.dev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panache  //  blog.lavoisier.dev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0058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459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40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566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8404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60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61B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2000" dirty="0"/>
          </a:p>
        </p:txBody>
      </p:sp>
      <p:sp>
        <p:nvSpPr>
          <p:cNvPr id="19" name="Shape 17"/>
          <p:cNvSpPr/>
          <p:nvPr/>
        </p:nvSpPr>
        <p:spPr>
          <a:xfrm>
            <a:off x="502920" y="1371600"/>
            <a:ext cx="411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371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1691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F0F6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OVERVIEW &amp; OBJECTIVES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02920" y="3017520"/>
            <a:ext cx="3657600" cy="2743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546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we're building, what you'll learn, and why it matters for your career.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panache  //  blog.lavoisier.dev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0058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459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40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566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8404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60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28600"/>
            <a:ext cx="411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28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F0F6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IS PROMISCUOUS MODE?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02920" y="658368"/>
            <a:ext cx="8229600" cy="1828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77724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default, a NIC only accepts frames addressed to its own MAC address.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Promiscuous mode tells the NIC to accept ALL frames on the wire — regardless of destination.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how a sniffer sees traffic it wasn't meant to receive.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06040"/>
            <a:ext cx="8138160" cy="914400"/>
          </a:xfrm>
          <a:prstGeom prst="rect">
            <a:avLst/>
          </a:prstGeom>
          <a:solidFill>
            <a:srgbClr val="0F1117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60604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408" y="2697480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CCNA EXAM NOTE
</a:t>
            </a:r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a SPAN port on a managed switch, your sniffer only sees broadcast traffic and frames addressed to it. Configure SPAN to mirror a port's traffic to your capture interface.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panache  //  blog.lavoisier.dev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0058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459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40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566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8404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60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64592"/>
            <a:ext cx="411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1188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F0F6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CAPTURING LIVE TRAFFIC WITH TCPDUMP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02920" y="685800"/>
            <a:ext cx="8229600" cy="1828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804672"/>
            <a:ext cx="81381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804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1060704"/>
            <a:ext cx="8138160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097280"/>
            <a:ext cx="78638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promiscuous mode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link set eth0 promisc on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Capture HTTP + Telnet to file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eth0 -w capture_lab01.pcap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-v 'tcp port 80 or tcp port 23'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ASCII output — spot cleartext creds instantly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eth0 -tttt -A 'host 192.168.1.1'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ℹ  The -A flag prints packet payload in ASCII. Cleartext protocols expose credentials immediately.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panache  //  blog.lavoisier.dev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0058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459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40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566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8404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60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28600"/>
            <a:ext cx="411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28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F0F6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PROTOCOL SECURITY COMPARISON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02920" y="658368"/>
            <a:ext cx="8229600" cy="1828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77240"/>
          <a:ext cx="8138160" cy="91440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  <a:gridCol w="2034540"/>
                <a:gridCol w="20345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37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PROTOCOL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37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PORT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37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ENCRYPTED?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A737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REPLACE WITH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Telnet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✕  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SSH (port 22)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✕  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SFTP (port 22)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✕  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 (port 443)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 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 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panache  //  blog.lavoisier.dev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0058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459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40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566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8404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60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takeaways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100" kern="0" dirty="0">
                <a:solidFill>
                  <a:srgbClr val="F0F6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TO REMEMBER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502920" y="1143000"/>
            <a:ext cx="8229600" cy="1828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335024"/>
            <a:ext cx="329184" cy="329184"/>
          </a:xfrm>
          <a:prstGeom prst="ellipse">
            <a:avLst/>
          </a:prstGeom>
          <a:solidFill>
            <a:srgbClr val="A0783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1261872"/>
            <a:ext cx="768096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1261872"/>
            <a:ext cx="45720" cy="6217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131673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Promiscuous mode: NIC accepts ALL frames, not just those addressed to its MAC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084832"/>
            <a:ext cx="329184" cy="329184"/>
          </a:xfrm>
          <a:prstGeom prst="ellipse">
            <a:avLst/>
          </a:prstGeom>
          <a:solidFill>
            <a:srgbClr val="A0783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2011680"/>
            <a:ext cx="768096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2011680"/>
            <a:ext cx="45720" cy="6217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06654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port required on managed switches — without it you only see broadcast traffic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834640"/>
            <a:ext cx="329184" cy="329184"/>
          </a:xfrm>
          <a:prstGeom prst="ellipse">
            <a:avLst/>
          </a:prstGeom>
          <a:solidFill>
            <a:srgbClr val="A0783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0120" y="2761488"/>
            <a:ext cx="768096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2761488"/>
            <a:ext cx="45720" cy="6217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281635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Telnet &amp; FTP transmit credentials in plaintext — always visible to a sniffer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3584448"/>
            <a:ext cx="329184" cy="329184"/>
          </a:xfrm>
          <a:prstGeom prst="ellipse">
            <a:avLst/>
          </a:prstGeom>
          <a:solidFill>
            <a:srgbClr val="A0783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0120" y="3511296"/>
            <a:ext cx="7680960" cy="62179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3511296"/>
            <a:ext cx="45720" cy="6217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" y="356616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TCP Stream in Wireshark reconstructs full client-server conversation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panache  //  blog.lavoisier.dev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0058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6459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40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891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56616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8404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6032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36576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0F6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THAT'S A WRAP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Packet Analysis Deep Dive — EP 01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011680"/>
            <a:ext cx="36576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2240280"/>
            <a:ext cx="6400800" cy="457200"/>
          </a:xfrm>
          <a:prstGeom prst="rect">
            <a:avLst/>
          </a:prstGeom>
          <a:solidFill>
            <a:srgbClr val="0F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2240280"/>
            <a:ext cx="45720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2402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blog.lavoisier.dev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solidFill>
            <a:srgbClr val="0F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2834640"/>
            <a:ext cx="4572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28346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commandcenter.lavoisier.dev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solidFill>
            <a:srgbClr val="0F1117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3429000"/>
            <a:ext cx="4572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34290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lavoisier.dev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panache  //  blog.lavoisier.dev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Panache — Slide Template</dc:title>
  <dc:subject>Technical walkthroughs for Network &amp; Cloud Security</dc:subject>
  <dc:creator>Lavoisier Cornerstone</dc:creator>
  <cp:lastModifiedBy>Lavoisier Cornerstone</cp:lastModifiedBy>
  <cp:revision>1</cp:revision>
  <dcterms:created xsi:type="dcterms:W3CDTF">2026-04-01T13:36:28Z</dcterms:created>
  <dcterms:modified xsi:type="dcterms:W3CDTF">2026-04-01T13:36:28Z</dcterms:modified>
</cp:coreProperties>
</file>